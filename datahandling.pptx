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5" r:id="rId10"/>
    <p:sldId id="264" r:id="rId11"/>
    <p:sldId id="267" r:id="rId12"/>
    <p:sldId id="266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C0BB-C592-4777-80B8-C881088C85D5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9DE3-AB48-4128-9958-EC0110664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477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C0BB-C592-4777-80B8-C881088C85D5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9DE3-AB48-4128-9958-EC0110664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50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C0BB-C592-4777-80B8-C881088C85D5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9DE3-AB48-4128-9958-EC0110664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769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C0BB-C592-4777-80B8-C881088C85D5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9DE3-AB48-4128-9958-EC0110664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1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C0BB-C592-4777-80B8-C881088C85D5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9DE3-AB48-4128-9958-EC0110664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832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C0BB-C592-4777-80B8-C881088C85D5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9DE3-AB48-4128-9958-EC0110664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18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C0BB-C592-4777-80B8-C881088C85D5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9DE3-AB48-4128-9958-EC0110664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98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C0BB-C592-4777-80B8-C881088C85D5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9DE3-AB48-4128-9958-EC0110664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452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C0BB-C592-4777-80B8-C881088C85D5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9DE3-AB48-4128-9958-EC0110664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01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C0BB-C592-4777-80B8-C881088C85D5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9DE3-AB48-4128-9958-EC0110664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75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C0BB-C592-4777-80B8-C881088C85D5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9DE3-AB48-4128-9958-EC0110664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31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0C0BB-C592-4777-80B8-C881088C85D5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59DE3-AB48-4128-9958-EC0110664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157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0"/>
            <a:ext cx="7772400" cy="1470025"/>
          </a:xfrm>
        </p:spPr>
        <p:txBody>
          <a:bodyPr/>
          <a:lstStyle/>
          <a:p>
            <a:r>
              <a:rPr lang="en-IN" dirty="0" smtClean="0"/>
              <a:t>Problems Present in Dataset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988679"/>
              </p:ext>
            </p:extLst>
          </p:nvPr>
        </p:nvGraphicFramePr>
        <p:xfrm>
          <a:off x="539552" y="1412776"/>
          <a:ext cx="8229600" cy="3991173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699333">
                <a:tc>
                  <a:txBody>
                    <a:bodyPr/>
                    <a:lstStyle/>
                    <a:p>
                      <a:r>
                        <a:rPr lang="en-IN" dirty="0"/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Missing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Empty Age, Science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Invalid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Math Score = 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Wrong 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abc in Math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Duplicate Possibility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You can create duplicates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Outliers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Age = 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Missing Names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Blank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Null Attendance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Empty attendance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Inconsistent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Different city formats possible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 Engineering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Average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43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Tasks You Should Perform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1. Import Libraries</a:t>
            </a:r>
          </a:p>
          <a:p>
            <a:r>
              <a:rPr lang="en-US" sz="2400" dirty="0" smtClean="0"/>
              <a:t>import pandas as </a:t>
            </a:r>
            <a:r>
              <a:rPr lang="en-US" sz="2400" dirty="0" err="1" smtClean="0"/>
              <a:t>pd</a:t>
            </a:r>
            <a:endParaRPr lang="en-US" sz="2400" dirty="0" smtClean="0"/>
          </a:p>
          <a:p>
            <a:r>
              <a:rPr lang="en-US" sz="2400" dirty="0" smtClean="0"/>
              <a:t>import </a:t>
            </a:r>
            <a:r>
              <a:rPr lang="en-US" sz="2400" dirty="0" err="1" smtClean="0"/>
              <a:t>numpy</a:t>
            </a:r>
            <a:r>
              <a:rPr lang="en-US" sz="2400" dirty="0" smtClean="0"/>
              <a:t> as </a:t>
            </a:r>
            <a:r>
              <a:rPr lang="en-US" sz="2400" dirty="0" err="1" smtClean="0"/>
              <a:t>np</a:t>
            </a:r>
            <a:endParaRPr lang="en-US" sz="2400" dirty="0" smtClean="0"/>
          </a:p>
          <a:p>
            <a:r>
              <a:rPr lang="en-US" sz="2400" dirty="0" smtClean="0"/>
              <a:t>import </a:t>
            </a:r>
            <a:r>
              <a:rPr lang="en-US" sz="2400" dirty="0" err="1" smtClean="0"/>
              <a:t>matplotlib.pyplot</a:t>
            </a:r>
            <a:r>
              <a:rPr lang="en-US" sz="2400" dirty="0" smtClean="0"/>
              <a:t> as </a:t>
            </a:r>
            <a:r>
              <a:rPr lang="en-US" sz="2400" dirty="0" err="1" smtClean="0"/>
              <a:t>plt</a:t>
            </a:r>
            <a:endParaRPr lang="en-US" sz="2400" dirty="0" smtClean="0"/>
          </a:p>
          <a:p>
            <a:endParaRPr lang="en-US" sz="2400" dirty="0"/>
          </a:p>
          <a:p>
            <a:pPr marL="0" indent="0">
              <a:buNone/>
            </a:pPr>
            <a:r>
              <a:rPr lang="en-IN" dirty="0" smtClean="0"/>
              <a:t>2. Load Dataset</a:t>
            </a:r>
          </a:p>
          <a:p>
            <a:r>
              <a:rPr lang="en-IN" sz="2400" dirty="0" err="1" smtClean="0"/>
              <a:t>df</a:t>
            </a:r>
            <a:r>
              <a:rPr lang="en-IN" sz="2400" dirty="0" smtClean="0"/>
              <a:t> = </a:t>
            </a:r>
            <a:r>
              <a:rPr lang="en-IN" sz="2400" dirty="0" err="1" smtClean="0"/>
              <a:t>pd.read_csv</a:t>
            </a:r>
            <a:r>
              <a:rPr lang="en-IN" sz="2400" dirty="0" smtClean="0"/>
              <a:t>("student_data.csv")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df.head</a:t>
            </a:r>
            <a:r>
              <a:rPr lang="en-IN" sz="2400" dirty="0" smtClean="0"/>
              <a:t>())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1941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Tasks You Should Perform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3. Basic Information</a:t>
            </a:r>
          </a:p>
          <a:p>
            <a:r>
              <a:rPr lang="en-IN" sz="2400" dirty="0" smtClean="0"/>
              <a:t>print(df.info())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df.describe</a:t>
            </a:r>
            <a:r>
              <a:rPr lang="en-IN" sz="2400" dirty="0" smtClean="0"/>
              <a:t>())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df.shape</a:t>
            </a:r>
            <a:r>
              <a:rPr lang="en-IN" sz="2400" dirty="0" smtClean="0"/>
              <a:t>)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df.columns</a:t>
            </a:r>
            <a:r>
              <a:rPr lang="en-IN" sz="2400" dirty="0" smtClean="0"/>
              <a:t>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IN" dirty="0" smtClean="0"/>
              <a:t>4. Check Missing Values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df.isnull</a:t>
            </a:r>
            <a:r>
              <a:rPr lang="en-IN" sz="2400" dirty="0" smtClean="0"/>
              <a:t>().sum())</a:t>
            </a:r>
          </a:p>
          <a:p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9500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Tasks You Should Perform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5. Handle Missing Values</a:t>
            </a:r>
          </a:p>
          <a:p>
            <a:r>
              <a:rPr lang="en-US" dirty="0" smtClean="0"/>
              <a:t>Fill numerical missing values with mean</a:t>
            </a:r>
          </a:p>
          <a:p>
            <a:r>
              <a:rPr lang="en-IN" sz="2400" dirty="0" err="1" smtClean="0"/>
              <a:t>df</a:t>
            </a:r>
            <a:r>
              <a:rPr lang="en-IN" sz="2400" dirty="0" smtClean="0"/>
              <a:t>['Age'] = </a:t>
            </a:r>
            <a:r>
              <a:rPr lang="en-IN" sz="2400" dirty="0" err="1" smtClean="0"/>
              <a:t>df</a:t>
            </a:r>
            <a:r>
              <a:rPr lang="en-IN" sz="2400" dirty="0" smtClean="0"/>
              <a:t>['Age'].</a:t>
            </a:r>
            <a:r>
              <a:rPr lang="en-IN" sz="2400" dirty="0" err="1" smtClean="0"/>
              <a:t>fillna</a:t>
            </a:r>
            <a:r>
              <a:rPr lang="en-IN" sz="2400" dirty="0" smtClean="0"/>
              <a:t>(</a:t>
            </a:r>
            <a:r>
              <a:rPr lang="en-IN" sz="2400" dirty="0" err="1" smtClean="0"/>
              <a:t>df</a:t>
            </a:r>
            <a:r>
              <a:rPr lang="en-IN" sz="2400" dirty="0" smtClean="0"/>
              <a:t>['Age'].mean())</a:t>
            </a:r>
          </a:p>
          <a:p>
            <a:r>
              <a:rPr lang="en-IN" sz="2400" dirty="0" err="1" smtClean="0"/>
              <a:t>df</a:t>
            </a:r>
            <a:r>
              <a:rPr lang="en-IN" sz="2400" dirty="0" smtClean="0"/>
              <a:t>['</a:t>
            </a:r>
            <a:r>
              <a:rPr lang="en-IN" sz="2400" dirty="0" err="1" smtClean="0"/>
              <a:t>Science_Score</a:t>
            </a:r>
            <a:r>
              <a:rPr lang="en-IN" sz="2400" dirty="0" smtClean="0"/>
              <a:t>'] = </a:t>
            </a:r>
            <a:r>
              <a:rPr lang="en-IN" sz="2400" dirty="0" err="1" smtClean="0"/>
              <a:t>df</a:t>
            </a:r>
            <a:r>
              <a:rPr lang="en-IN" sz="2400" dirty="0" smtClean="0"/>
              <a:t>['</a:t>
            </a:r>
            <a:r>
              <a:rPr lang="en-IN" sz="2400" dirty="0" err="1" smtClean="0"/>
              <a:t>Science_Score</a:t>
            </a:r>
            <a:r>
              <a:rPr lang="en-IN" sz="2400" dirty="0" smtClean="0"/>
              <a:t>'].</a:t>
            </a:r>
            <a:r>
              <a:rPr lang="en-IN" sz="2400" dirty="0" err="1" smtClean="0"/>
              <a:t>fillna</a:t>
            </a:r>
            <a:r>
              <a:rPr lang="en-IN" sz="2400" dirty="0" smtClean="0"/>
              <a:t>(</a:t>
            </a:r>
            <a:r>
              <a:rPr lang="en-IN" sz="2400" dirty="0" err="1" smtClean="0"/>
              <a:t>df</a:t>
            </a:r>
            <a:r>
              <a:rPr lang="en-IN" sz="2400" dirty="0" smtClean="0"/>
              <a:t>['</a:t>
            </a:r>
            <a:r>
              <a:rPr lang="en-IN" sz="2400" dirty="0" err="1" smtClean="0"/>
              <a:t>Science_Score</a:t>
            </a:r>
            <a:r>
              <a:rPr lang="en-IN" sz="2400" dirty="0" smtClean="0"/>
              <a:t>'].mean())</a:t>
            </a:r>
          </a:p>
          <a:p>
            <a:endParaRPr lang="en-US" sz="2400" dirty="0"/>
          </a:p>
          <a:p>
            <a:r>
              <a:rPr lang="en-IN" dirty="0" smtClean="0"/>
              <a:t>Fill categorical missing values</a:t>
            </a:r>
          </a:p>
          <a:p>
            <a:r>
              <a:rPr lang="en-US" sz="2400" dirty="0" err="1" smtClean="0"/>
              <a:t>df</a:t>
            </a:r>
            <a:r>
              <a:rPr lang="en-US" sz="2400" dirty="0" smtClean="0"/>
              <a:t>['Name'] = </a:t>
            </a:r>
            <a:r>
              <a:rPr lang="en-US" sz="2400" dirty="0" err="1" smtClean="0"/>
              <a:t>df</a:t>
            </a:r>
            <a:r>
              <a:rPr lang="en-US" sz="2400" dirty="0" smtClean="0"/>
              <a:t>['Name'].</a:t>
            </a:r>
            <a:r>
              <a:rPr lang="en-US" sz="2400" dirty="0" err="1" smtClean="0"/>
              <a:t>fillna</a:t>
            </a:r>
            <a:r>
              <a:rPr lang="en-US" sz="2400" dirty="0" smtClean="0"/>
              <a:t>("Unknown")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73070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Tasks You Should Perform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 smtClean="0"/>
              <a:t>6. Convert Wrong Data Type</a:t>
            </a:r>
          </a:p>
          <a:p>
            <a:pPr marL="0" indent="0">
              <a:buNone/>
            </a:pPr>
            <a:r>
              <a:rPr lang="en-IN" sz="2400" dirty="0" smtClean="0"/>
              <a:t>Convert </a:t>
            </a:r>
            <a:r>
              <a:rPr lang="en-IN" sz="2400" dirty="0" err="1" smtClean="0"/>
              <a:t>Math_Score</a:t>
            </a:r>
            <a:r>
              <a:rPr lang="en-IN" sz="2400" dirty="0" smtClean="0"/>
              <a:t> into numeric</a:t>
            </a:r>
          </a:p>
          <a:p>
            <a:r>
              <a:rPr lang="en-US" sz="2400" dirty="0" err="1" smtClean="0"/>
              <a:t>df</a:t>
            </a:r>
            <a:r>
              <a:rPr lang="en-US" sz="2400" dirty="0" smtClean="0"/>
              <a:t>['</a:t>
            </a:r>
            <a:r>
              <a:rPr lang="en-US" sz="2400" dirty="0" err="1" smtClean="0"/>
              <a:t>Math_Score</a:t>
            </a:r>
            <a:r>
              <a:rPr lang="en-US" sz="2400" dirty="0" smtClean="0"/>
              <a:t>'] = </a:t>
            </a:r>
            <a:r>
              <a:rPr lang="en-US" sz="2400" dirty="0" err="1" smtClean="0"/>
              <a:t>pd.to_numeric</a:t>
            </a:r>
            <a:r>
              <a:rPr lang="en-US" sz="2400" dirty="0" smtClean="0"/>
              <a:t>(</a:t>
            </a:r>
            <a:r>
              <a:rPr lang="en-US" sz="2400" dirty="0" err="1" smtClean="0"/>
              <a:t>df</a:t>
            </a:r>
            <a:r>
              <a:rPr lang="en-US" sz="2400" dirty="0" smtClean="0"/>
              <a:t>['</a:t>
            </a:r>
            <a:r>
              <a:rPr lang="en-US" sz="2400" dirty="0" err="1" smtClean="0"/>
              <a:t>Math_Score</a:t>
            </a:r>
            <a:r>
              <a:rPr lang="en-US" sz="2400" dirty="0" smtClean="0"/>
              <a:t>'], errors='coerce')</a:t>
            </a:r>
          </a:p>
          <a:p>
            <a:r>
              <a:rPr lang="en-IN" sz="2400" dirty="0" err="1" smtClean="0"/>
              <a:t>abc</a:t>
            </a:r>
            <a:r>
              <a:rPr lang="en-IN" sz="2400" dirty="0" smtClean="0"/>
              <a:t> becomes </a:t>
            </a:r>
            <a:r>
              <a:rPr lang="en-IN" sz="2400" dirty="0" err="1" smtClean="0"/>
              <a:t>NaN</a:t>
            </a:r>
            <a:r>
              <a:rPr lang="en-IN" sz="2400" dirty="0" smtClean="0"/>
              <a:t>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dirty="0" smtClean="0"/>
              <a:t>7. Remove or Handle Outliers</a:t>
            </a:r>
          </a:p>
          <a:p>
            <a:pPr marL="0" indent="0">
              <a:buNone/>
            </a:pPr>
            <a:r>
              <a:rPr lang="en-IN" sz="2400" dirty="0" smtClean="0"/>
              <a:t>Find age &gt; 100</a:t>
            </a:r>
          </a:p>
          <a:p>
            <a:r>
              <a:rPr lang="en-US" sz="2400" dirty="0" smtClean="0"/>
              <a:t>print(</a:t>
            </a:r>
            <a:r>
              <a:rPr lang="en-US" sz="2400" dirty="0" err="1" smtClean="0"/>
              <a:t>df</a:t>
            </a:r>
            <a:r>
              <a:rPr lang="en-US" sz="2400" dirty="0" smtClean="0"/>
              <a:t>[</a:t>
            </a:r>
            <a:r>
              <a:rPr lang="en-US" sz="2400" dirty="0" err="1" smtClean="0"/>
              <a:t>df</a:t>
            </a:r>
            <a:r>
              <a:rPr lang="en-US" sz="2400" dirty="0" smtClean="0"/>
              <a:t>['Age'] &gt; 100])</a:t>
            </a:r>
          </a:p>
          <a:p>
            <a:pPr marL="0" indent="0">
              <a:buNone/>
            </a:pPr>
            <a:r>
              <a:rPr lang="en-IN" sz="2400" dirty="0" smtClean="0"/>
              <a:t>Replace outlier</a:t>
            </a:r>
          </a:p>
          <a:p>
            <a:r>
              <a:rPr lang="en-US" sz="2400" dirty="0" err="1" smtClean="0"/>
              <a:t>df.loc</a:t>
            </a:r>
            <a:r>
              <a:rPr lang="en-US" sz="2400" dirty="0" smtClean="0"/>
              <a:t>[</a:t>
            </a:r>
            <a:r>
              <a:rPr lang="en-US" sz="2400" dirty="0" err="1" smtClean="0"/>
              <a:t>df</a:t>
            </a:r>
            <a:r>
              <a:rPr lang="en-US" sz="2400" dirty="0" smtClean="0"/>
              <a:t>['Age'] &gt; 100, 'Age'] = </a:t>
            </a:r>
            <a:r>
              <a:rPr lang="en-US" sz="2400" dirty="0" err="1" smtClean="0"/>
              <a:t>df</a:t>
            </a:r>
            <a:r>
              <a:rPr lang="en-US" sz="2400" dirty="0" smtClean="0"/>
              <a:t>['Age'].median()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08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Tasks You Should Perform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8. Handle Invalid Scores</a:t>
            </a:r>
          </a:p>
          <a:p>
            <a:pPr marL="0" indent="0">
              <a:buNone/>
            </a:pPr>
            <a:r>
              <a:rPr lang="en-IN" sz="2400" dirty="0" smtClean="0"/>
              <a:t>Score cannot exceed 100</a:t>
            </a:r>
          </a:p>
          <a:p>
            <a:r>
              <a:rPr lang="en-US" sz="2400" dirty="0" err="1" smtClean="0"/>
              <a:t>df.loc</a:t>
            </a:r>
            <a:r>
              <a:rPr lang="en-US" sz="2400" dirty="0" smtClean="0"/>
              <a:t>[</a:t>
            </a:r>
            <a:r>
              <a:rPr lang="en-US" sz="2400" dirty="0" err="1" smtClean="0"/>
              <a:t>df</a:t>
            </a:r>
            <a:r>
              <a:rPr lang="en-US" sz="2400" dirty="0" smtClean="0"/>
              <a:t>['</a:t>
            </a:r>
            <a:r>
              <a:rPr lang="en-US" sz="2400" dirty="0" err="1" smtClean="0"/>
              <a:t>Math_Score</a:t>
            </a:r>
            <a:r>
              <a:rPr lang="en-US" sz="2400" dirty="0" smtClean="0"/>
              <a:t>'] &gt; 100, '</a:t>
            </a:r>
            <a:r>
              <a:rPr lang="en-US" sz="2400" dirty="0" err="1" smtClean="0"/>
              <a:t>Math_Score</a:t>
            </a:r>
            <a:r>
              <a:rPr lang="en-US" sz="2400" dirty="0" smtClean="0"/>
              <a:t>'] = 100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IN" dirty="0" smtClean="0"/>
              <a:t>9. Remove Duplicates</a:t>
            </a:r>
          </a:p>
          <a:p>
            <a:r>
              <a:rPr lang="en-IN" sz="2400" dirty="0" err="1" smtClean="0"/>
              <a:t>df</a:t>
            </a:r>
            <a:r>
              <a:rPr lang="en-IN" sz="2400" dirty="0" smtClean="0"/>
              <a:t> = </a:t>
            </a:r>
            <a:r>
              <a:rPr lang="en-IN" sz="2400" dirty="0" err="1" smtClean="0"/>
              <a:t>df.drop_duplicates</a:t>
            </a:r>
            <a:r>
              <a:rPr lang="en-IN" sz="2400" dirty="0" smtClean="0"/>
              <a:t>()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IN" dirty="0" smtClean="0"/>
              <a:t>10. Check Data Types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df.dtypes</a:t>
            </a:r>
            <a:r>
              <a:rPr lang="en-IN" sz="2400" dirty="0" smtClean="0"/>
              <a:t>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55615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Tasks You Should Perform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58924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11. Feature Engineering</a:t>
            </a:r>
          </a:p>
          <a:p>
            <a:pPr marL="0" indent="0">
              <a:buNone/>
            </a:pPr>
            <a:r>
              <a:rPr lang="en-IN" sz="2400" dirty="0" smtClean="0"/>
              <a:t>Create Average Score</a:t>
            </a:r>
          </a:p>
          <a:p>
            <a:pPr marL="0" indent="0">
              <a:buNone/>
            </a:pPr>
            <a:r>
              <a:rPr lang="en-US" sz="2400" dirty="0" err="1" smtClean="0"/>
              <a:t>df</a:t>
            </a:r>
            <a:r>
              <a:rPr lang="en-US" sz="2400" dirty="0" smtClean="0"/>
              <a:t>['</a:t>
            </a:r>
            <a:r>
              <a:rPr lang="en-US" sz="2400" dirty="0" err="1" smtClean="0"/>
              <a:t>Average_Score</a:t>
            </a:r>
            <a:r>
              <a:rPr lang="en-US" sz="2400" dirty="0" smtClean="0"/>
              <a:t>'] = (</a:t>
            </a:r>
          </a:p>
          <a:p>
            <a:pPr marL="0" indent="0"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df</a:t>
            </a:r>
            <a:r>
              <a:rPr lang="en-US" sz="2400" dirty="0" smtClean="0"/>
              <a:t>['</a:t>
            </a:r>
            <a:r>
              <a:rPr lang="en-US" sz="2400" dirty="0" err="1" smtClean="0"/>
              <a:t>Math_Score</a:t>
            </a:r>
            <a:r>
              <a:rPr lang="en-US" sz="2400" dirty="0" smtClean="0"/>
              <a:t>'] +</a:t>
            </a:r>
          </a:p>
          <a:p>
            <a:pPr marL="0" indent="0"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df</a:t>
            </a:r>
            <a:r>
              <a:rPr lang="en-US" sz="2400" dirty="0" smtClean="0"/>
              <a:t>['</a:t>
            </a:r>
            <a:r>
              <a:rPr lang="en-US" sz="2400" dirty="0" err="1" smtClean="0"/>
              <a:t>Science_Score</a:t>
            </a:r>
            <a:r>
              <a:rPr lang="en-US" sz="2400" dirty="0" smtClean="0"/>
              <a:t>'] +</a:t>
            </a:r>
          </a:p>
          <a:p>
            <a:pPr marL="0" indent="0"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df</a:t>
            </a:r>
            <a:r>
              <a:rPr lang="en-US" sz="2400" dirty="0" smtClean="0"/>
              <a:t>['</a:t>
            </a:r>
            <a:r>
              <a:rPr lang="en-US" sz="2400" dirty="0" err="1" smtClean="0"/>
              <a:t>English_Score</a:t>
            </a:r>
            <a:r>
              <a:rPr lang="en-US" sz="2400" dirty="0" smtClean="0"/>
              <a:t>']</a:t>
            </a:r>
          </a:p>
          <a:p>
            <a:pPr marL="0" indent="0">
              <a:buNone/>
            </a:pPr>
            <a:r>
              <a:rPr lang="en-US" sz="2400" dirty="0" smtClean="0"/>
              <a:t>) / 3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IN" dirty="0" smtClean="0"/>
              <a:t>12. Create Performance Category</a:t>
            </a:r>
          </a:p>
          <a:p>
            <a:pPr marL="0" indent="0">
              <a:buNone/>
            </a:pPr>
            <a:r>
              <a:rPr lang="en-US" dirty="0" err="1" smtClean="0"/>
              <a:t>def</a:t>
            </a:r>
            <a:r>
              <a:rPr lang="en-US" dirty="0" smtClean="0"/>
              <a:t> performance(</a:t>
            </a:r>
            <a:r>
              <a:rPr lang="en-US" dirty="0" err="1" smtClean="0"/>
              <a:t>avg</a:t>
            </a:r>
            <a:r>
              <a:rPr lang="en-US" dirty="0" smtClean="0"/>
              <a:t>):</a:t>
            </a:r>
          </a:p>
          <a:p>
            <a:pPr marL="0" indent="0">
              <a:buNone/>
            </a:pPr>
            <a:r>
              <a:rPr lang="en-US" dirty="0" smtClean="0"/>
              <a:t>    if </a:t>
            </a:r>
            <a:r>
              <a:rPr lang="en-US" dirty="0" err="1" smtClean="0"/>
              <a:t>avg</a:t>
            </a:r>
            <a:r>
              <a:rPr lang="en-US" dirty="0" smtClean="0"/>
              <a:t> &gt;= 80:</a:t>
            </a:r>
          </a:p>
          <a:p>
            <a:pPr marL="0" indent="0">
              <a:buNone/>
            </a:pPr>
            <a:r>
              <a:rPr lang="en-US" dirty="0" smtClean="0"/>
              <a:t>        return "Excellent"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elif</a:t>
            </a:r>
            <a:r>
              <a:rPr lang="en-US" dirty="0" smtClean="0"/>
              <a:t> </a:t>
            </a:r>
            <a:r>
              <a:rPr lang="en-US" dirty="0" err="1" smtClean="0"/>
              <a:t>avg</a:t>
            </a:r>
            <a:r>
              <a:rPr lang="en-US" dirty="0" smtClean="0"/>
              <a:t> &gt;= 60:</a:t>
            </a:r>
          </a:p>
          <a:p>
            <a:pPr marL="0" indent="0">
              <a:buNone/>
            </a:pPr>
            <a:r>
              <a:rPr lang="en-US" dirty="0" smtClean="0"/>
              <a:t>        return "Good"</a:t>
            </a:r>
          </a:p>
          <a:p>
            <a:pPr marL="0" indent="0">
              <a:buNone/>
            </a:pPr>
            <a:r>
              <a:rPr lang="en-US" dirty="0" smtClean="0"/>
              <a:t>    else:</a:t>
            </a:r>
          </a:p>
          <a:p>
            <a:pPr marL="0" indent="0">
              <a:buNone/>
            </a:pPr>
            <a:r>
              <a:rPr lang="en-US" dirty="0" smtClean="0"/>
              <a:t>        return "Poor"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df</a:t>
            </a:r>
            <a:r>
              <a:rPr lang="en-US" dirty="0" smtClean="0"/>
              <a:t>['Performance'] = </a:t>
            </a:r>
            <a:r>
              <a:rPr lang="en-US" dirty="0" err="1" smtClean="0"/>
              <a:t>df</a:t>
            </a:r>
            <a:r>
              <a:rPr lang="en-US" dirty="0" smtClean="0"/>
              <a:t>['</a:t>
            </a:r>
            <a:r>
              <a:rPr lang="en-US" dirty="0" err="1" smtClean="0"/>
              <a:t>Average_Score</a:t>
            </a:r>
            <a:r>
              <a:rPr lang="en-US" dirty="0" smtClean="0"/>
              <a:t>'].apply(performance)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788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en-IN" dirty="0" smtClean="0"/>
              <a:t>Tasks You Should Perform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5400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13. Exploratory Data Analysis (EDA)</a:t>
            </a:r>
          </a:p>
          <a:p>
            <a:pPr marL="457200" indent="-457200">
              <a:buAutoNum type="alphaUcPeriod"/>
            </a:pPr>
            <a:r>
              <a:rPr lang="en-IN" sz="2400" dirty="0" smtClean="0"/>
              <a:t>Top 5 Rows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df.head</a:t>
            </a:r>
            <a:r>
              <a:rPr lang="en-IN" sz="2400" dirty="0" smtClean="0"/>
              <a:t>())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IN" sz="2400" dirty="0" smtClean="0"/>
              <a:t>B. Correlation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df.corr</a:t>
            </a:r>
            <a:r>
              <a:rPr lang="en-IN" sz="2400" dirty="0" smtClean="0"/>
              <a:t>(</a:t>
            </a:r>
            <a:r>
              <a:rPr lang="en-IN" sz="2400" dirty="0" err="1" smtClean="0"/>
              <a:t>numeric_only</a:t>
            </a:r>
            <a:r>
              <a:rPr lang="en-IN" sz="2400" dirty="0" smtClean="0"/>
              <a:t>=True))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C. Average Score by Gender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df.groupby</a:t>
            </a:r>
            <a:r>
              <a:rPr lang="en-IN" sz="2400" dirty="0" smtClean="0"/>
              <a:t>('Gender')['</a:t>
            </a:r>
            <a:r>
              <a:rPr lang="en-IN" sz="2400" dirty="0" err="1" smtClean="0"/>
              <a:t>Average_Score</a:t>
            </a:r>
            <a:r>
              <a:rPr lang="en-IN" sz="2400" dirty="0" smtClean="0"/>
              <a:t>'].mean())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D. Students Count by City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df</a:t>
            </a:r>
            <a:r>
              <a:rPr lang="en-IN" sz="2400" dirty="0" smtClean="0"/>
              <a:t>['City'].</a:t>
            </a:r>
            <a:r>
              <a:rPr lang="en-IN" sz="2400" dirty="0" err="1" smtClean="0"/>
              <a:t>value_counts</a:t>
            </a:r>
            <a:r>
              <a:rPr lang="en-IN" sz="2400" dirty="0" smtClean="0"/>
              <a:t>())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IN" sz="2400" dirty="0" smtClean="0"/>
              <a:t>E. Highest Scorer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df.sort_values</a:t>
            </a:r>
            <a:r>
              <a:rPr lang="en-IN" sz="2400" dirty="0" smtClean="0"/>
              <a:t>(by='</a:t>
            </a:r>
            <a:r>
              <a:rPr lang="en-IN" sz="2400" dirty="0" err="1" smtClean="0"/>
              <a:t>Average_Score</a:t>
            </a:r>
            <a:r>
              <a:rPr lang="en-IN" sz="2400" dirty="0" smtClean="0"/>
              <a:t>', ascending=False).head(1))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69401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Tasks You Should Perform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14. Data Visualization</a:t>
            </a:r>
          </a:p>
          <a:p>
            <a:pPr marL="457200" indent="-457200">
              <a:buAutoNum type="alphaUcPeriod"/>
            </a:pPr>
            <a:r>
              <a:rPr lang="en-IN" sz="2400" dirty="0" smtClean="0"/>
              <a:t>Bar Chart</a:t>
            </a:r>
          </a:p>
          <a:p>
            <a:r>
              <a:rPr lang="en-US" sz="2400" dirty="0" err="1" smtClean="0"/>
              <a:t>df</a:t>
            </a:r>
            <a:r>
              <a:rPr lang="en-US" sz="2400" dirty="0" smtClean="0"/>
              <a:t>['City'].</a:t>
            </a:r>
            <a:r>
              <a:rPr lang="en-US" sz="2400" dirty="0" err="1" smtClean="0"/>
              <a:t>value_counts</a:t>
            </a:r>
            <a:r>
              <a:rPr lang="en-US" sz="2400" dirty="0" smtClean="0"/>
              <a:t>().plot(kind='bar')</a:t>
            </a:r>
          </a:p>
          <a:p>
            <a:r>
              <a:rPr lang="en-US" sz="2400" dirty="0" err="1" smtClean="0"/>
              <a:t>plt.title</a:t>
            </a:r>
            <a:r>
              <a:rPr lang="en-US" sz="2400" dirty="0" smtClean="0"/>
              <a:t>("Students by City")</a:t>
            </a:r>
          </a:p>
          <a:p>
            <a:r>
              <a:rPr lang="en-US" sz="2400" dirty="0" err="1" smtClean="0"/>
              <a:t>plt.show</a:t>
            </a:r>
            <a:r>
              <a:rPr lang="en-US" sz="2400" dirty="0" smtClean="0"/>
              <a:t>()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IN" sz="2400" dirty="0" smtClean="0"/>
              <a:t>B. Histogram</a:t>
            </a:r>
          </a:p>
          <a:p>
            <a:pPr marL="0" indent="0">
              <a:buNone/>
            </a:pPr>
            <a:r>
              <a:rPr lang="en-US" sz="2400" dirty="0" err="1" smtClean="0"/>
              <a:t>df</a:t>
            </a:r>
            <a:r>
              <a:rPr lang="en-US" sz="2400" dirty="0" smtClean="0"/>
              <a:t>['</a:t>
            </a:r>
            <a:r>
              <a:rPr lang="en-US" sz="2400" dirty="0" err="1" smtClean="0"/>
              <a:t>Average_Score</a:t>
            </a:r>
            <a:r>
              <a:rPr lang="en-US" sz="2400" dirty="0" smtClean="0"/>
              <a:t>'].</a:t>
            </a:r>
            <a:r>
              <a:rPr lang="en-US" sz="2400" dirty="0" err="1" smtClean="0"/>
              <a:t>hist</a:t>
            </a:r>
            <a:r>
              <a:rPr lang="en-US" sz="2400" dirty="0" smtClean="0"/>
              <a:t>()</a:t>
            </a:r>
          </a:p>
          <a:p>
            <a:pPr marL="0" indent="0">
              <a:buNone/>
            </a:pPr>
            <a:r>
              <a:rPr lang="en-US" sz="2400" dirty="0" err="1" smtClean="0"/>
              <a:t>plt.title</a:t>
            </a:r>
            <a:r>
              <a:rPr lang="en-US" sz="2400" dirty="0" smtClean="0"/>
              <a:t>("Average Score Distribution")</a:t>
            </a:r>
          </a:p>
          <a:p>
            <a:pPr marL="0" indent="0">
              <a:buNone/>
            </a:pPr>
            <a:r>
              <a:rPr lang="en-US" sz="2400" dirty="0" err="1" smtClean="0"/>
              <a:t>plt.show</a:t>
            </a:r>
            <a:r>
              <a:rPr lang="en-US" sz="2400" dirty="0" smtClean="0"/>
              <a:t>()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4586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Tasks You Should Perform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507288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 smtClean="0"/>
              <a:t>C. Pie Chart</a:t>
            </a:r>
          </a:p>
          <a:p>
            <a:r>
              <a:rPr lang="en-US" sz="2400" dirty="0" err="1" smtClean="0"/>
              <a:t>df</a:t>
            </a:r>
            <a:r>
              <a:rPr lang="en-US" sz="2400" dirty="0" smtClean="0"/>
              <a:t>['Gender'].</a:t>
            </a:r>
            <a:r>
              <a:rPr lang="en-US" sz="2400" dirty="0" err="1" smtClean="0"/>
              <a:t>value_counts</a:t>
            </a:r>
            <a:r>
              <a:rPr lang="en-US" sz="2400" dirty="0" smtClean="0"/>
              <a:t>().plot(kind='pie', </a:t>
            </a:r>
            <a:r>
              <a:rPr lang="en-US" sz="2400" dirty="0" err="1" smtClean="0"/>
              <a:t>autopct</a:t>
            </a:r>
            <a:r>
              <a:rPr lang="en-US" sz="2400" dirty="0" smtClean="0"/>
              <a:t>='%1.1f%%')</a:t>
            </a:r>
          </a:p>
          <a:p>
            <a:r>
              <a:rPr lang="en-US" sz="2400" dirty="0" err="1" smtClean="0"/>
              <a:t>plt.show</a:t>
            </a:r>
            <a:r>
              <a:rPr lang="en-US" sz="2400" dirty="0" smtClean="0"/>
              <a:t>()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IN" sz="2400" dirty="0" smtClean="0"/>
              <a:t>D. Scatter Plot</a:t>
            </a:r>
          </a:p>
          <a:p>
            <a:r>
              <a:rPr lang="en-IN" sz="2400" dirty="0" err="1" smtClean="0"/>
              <a:t>plt.scatter</a:t>
            </a:r>
            <a:r>
              <a:rPr lang="en-IN" sz="2400" dirty="0" smtClean="0"/>
              <a:t>(</a:t>
            </a:r>
            <a:r>
              <a:rPr lang="en-IN" sz="2400" dirty="0" err="1" smtClean="0"/>
              <a:t>df</a:t>
            </a:r>
            <a:r>
              <a:rPr lang="en-IN" sz="2400" dirty="0" smtClean="0"/>
              <a:t>['</a:t>
            </a:r>
            <a:r>
              <a:rPr lang="en-IN" sz="2400" dirty="0" err="1" smtClean="0"/>
              <a:t>Study_Hours</a:t>
            </a:r>
            <a:r>
              <a:rPr lang="en-IN" sz="2400" dirty="0" smtClean="0"/>
              <a:t>'], </a:t>
            </a:r>
            <a:r>
              <a:rPr lang="en-IN" sz="2400" dirty="0" err="1" smtClean="0"/>
              <a:t>df</a:t>
            </a:r>
            <a:r>
              <a:rPr lang="en-IN" sz="2400" dirty="0" smtClean="0"/>
              <a:t>['</a:t>
            </a:r>
            <a:r>
              <a:rPr lang="en-IN" sz="2400" dirty="0" err="1" smtClean="0"/>
              <a:t>Average_Score</a:t>
            </a:r>
            <a:r>
              <a:rPr lang="en-IN" sz="2400" dirty="0" smtClean="0"/>
              <a:t>'])</a:t>
            </a:r>
          </a:p>
          <a:p>
            <a:r>
              <a:rPr lang="en-IN" sz="2400" dirty="0" err="1" smtClean="0"/>
              <a:t>plt.xlabel</a:t>
            </a:r>
            <a:r>
              <a:rPr lang="en-IN" sz="2400" dirty="0" smtClean="0"/>
              <a:t>("Study Hours")</a:t>
            </a:r>
          </a:p>
          <a:p>
            <a:r>
              <a:rPr lang="en-IN" sz="2400" dirty="0" err="1" smtClean="0"/>
              <a:t>plt.ylabel</a:t>
            </a:r>
            <a:r>
              <a:rPr lang="en-IN" sz="2400" dirty="0" smtClean="0"/>
              <a:t>("Average Score")</a:t>
            </a:r>
          </a:p>
          <a:p>
            <a:r>
              <a:rPr lang="en-IN" sz="2400" dirty="0" err="1" smtClean="0"/>
              <a:t>plt.show</a:t>
            </a:r>
            <a:r>
              <a:rPr lang="en-IN" sz="2400" dirty="0" smtClean="0"/>
              <a:t>()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IN" sz="2400" dirty="0" smtClean="0"/>
              <a:t>15. Save Clean Dataset</a:t>
            </a:r>
          </a:p>
          <a:p>
            <a:r>
              <a:rPr lang="en-IN" sz="2400" dirty="0" err="1" smtClean="0"/>
              <a:t>df.to_csv</a:t>
            </a:r>
            <a:r>
              <a:rPr lang="en-IN" sz="2400" dirty="0" smtClean="0"/>
              <a:t>("clean_student_data.csv", index=False)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87116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Tasks You Should Perform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How do you handle missing values? </a:t>
            </a:r>
          </a:p>
          <a:p>
            <a:r>
              <a:rPr lang="en-US" dirty="0" smtClean="0"/>
              <a:t>Difference between mean, median, and mode? </a:t>
            </a:r>
            <a:endParaRPr lang="en-US" dirty="0"/>
          </a:p>
          <a:p>
            <a:r>
              <a:rPr lang="en-US" dirty="0" smtClean="0"/>
              <a:t>What are outliers?</a:t>
            </a:r>
          </a:p>
          <a:p>
            <a:r>
              <a:rPr lang="en-US" dirty="0" smtClean="0"/>
              <a:t> Why use errors='coerce'? </a:t>
            </a:r>
          </a:p>
          <a:p>
            <a:r>
              <a:rPr lang="en-US" dirty="0" smtClean="0"/>
              <a:t>What is EDA? </a:t>
            </a:r>
          </a:p>
          <a:p>
            <a:r>
              <a:rPr lang="en-US" dirty="0" smtClean="0"/>
              <a:t>Difference between cleaning and preprocessing?</a:t>
            </a:r>
          </a:p>
          <a:p>
            <a:r>
              <a:rPr lang="en-US" dirty="0" smtClean="0"/>
              <a:t> Why use feature engineering? </a:t>
            </a:r>
          </a:p>
          <a:p>
            <a:r>
              <a:rPr lang="en-US" dirty="0" smtClean="0"/>
              <a:t>What is correlation? </a:t>
            </a:r>
          </a:p>
          <a:p>
            <a:r>
              <a:rPr lang="en-US" dirty="0" smtClean="0"/>
              <a:t>How to detect duplicate rows? </a:t>
            </a:r>
          </a:p>
          <a:p>
            <a:r>
              <a:rPr lang="en-US" dirty="0" smtClean="0"/>
              <a:t>Why visualization is important?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381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Tasks You Should Perform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Mini Project Idea</a:t>
            </a:r>
          </a:p>
          <a:p>
            <a:pPr marL="0" indent="0">
              <a:buNone/>
            </a:pPr>
            <a:r>
              <a:rPr lang="en-US" b="1" dirty="0" smtClean="0"/>
              <a:t>Student Performance Analysis System</a:t>
            </a:r>
          </a:p>
          <a:p>
            <a:pPr marL="0" indent="0">
              <a:buNone/>
            </a:pPr>
            <a:r>
              <a:rPr lang="en-US" dirty="0" smtClean="0"/>
              <a:t>Features:</a:t>
            </a:r>
          </a:p>
          <a:p>
            <a:r>
              <a:rPr lang="en-US" sz="2400" dirty="0" smtClean="0"/>
              <a:t>Clean raw student data </a:t>
            </a:r>
          </a:p>
          <a:p>
            <a:r>
              <a:rPr lang="en-US" sz="2400" dirty="0" smtClean="0"/>
              <a:t>Analyze topper students </a:t>
            </a:r>
          </a:p>
          <a:p>
            <a:r>
              <a:rPr lang="en-US" sz="2400" dirty="0" smtClean="0"/>
              <a:t>Detect weak students </a:t>
            </a:r>
          </a:p>
          <a:p>
            <a:r>
              <a:rPr lang="en-US" sz="2400" dirty="0" smtClean="0"/>
              <a:t>Predict performance </a:t>
            </a:r>
          </a:p>
          <a:p>
            <a:r>
              <a:rPr lang="en-US" sz="2400" dirty="0" smtClean="0"/>
              <a:t>Generate reports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736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0"/>
            <a:ext cx="8229600" cy="705678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200" dirty="0" smtClean="0"/>
              <a:t>Full Workflow of Data Handling</a:t>
            </a:r>
          </a:p>
          <a:p>
            <a:r>
              <a:rPr lang="en-IN" dirty="0" smtClean="0"/>
              <a:t>Collect Data</a:t>
            </a:r>
          </a:p>
          <a:p>
            <a:pPr marL="0" indent="0">
              <a:buNone/>
            </a:pPr>
            <a:r>
              <a:rPr lang="en-IN" dirty="0" smtClean="0"/>
              <a:t>         ↓</a:t>
            </a:r>
          </a:p>
          <a:p>
            <a:r>
              <a:rPr lang="en-IN" dirty="0" smtClean="0"/>
              <a:t>Load Dataset</a:t>
            </a:r>
          </a:p>
          <a:p>
            <a:pPr marL="0" indent="0">
              <a:buNone/>
            </a:pPr>
            <a:r>
              <a:rPr lang="en-IN" dirty="0" smtClean="0"/>
              <a:t>         ↓</a:t>
            </a:r>
          </a:p>
          <a:p>
            <a:r>
              <a:rPr lang="en-IN" dirty="0" smtClean="0"/>
              <a:t>Understand Data</a:t>
            </a:r>
          </a:p>
          <a:p>
            <a:pPr marL="0" indent="0">
              <a:buNone/>
            </a:pPr>
            <a:r>
              <a:rPr lang="en-IN" dirty="0" smtClean="0"/>
              <a:t>         ↓</a:t>
            </a:r>
          </a:p>
          <a:p>
            <a:r>
              <a:rPr lang="en-IN" dirty="0" smtClean="0"/>
              <a:t>Handle Missing Values</a:t>
            </a:r>
          </a:p>
          <a:p>
            <a:pPr marL="0" indent="0">
              <a:buNone/>
            </a:pPr>
            <a:r>
              <a:rPr lang="en-IN" dirty="0" smtClean="0"/>
              <a:t>          ↓</a:t>
            </a:r>
          </a:p>
          <a:p>
            <a:r>
              <a:rPr lang="en-IN" dirty="0" smtClean="0"/>
              <a:t>Fix Data Types</a:t>
            </a:r>
          </a:p>
          <a:p>
            <a:pPr marL="0" indent="0">
              <a:buNone/>
            </a:pPr>
            <a:r>
              <a:rPr lang="en-IN" dirty="0" smtClean="0"/>
              <a:t>          ↓</a:t>
            </a:r>
          </a:p>
          <a:p>
            <a:r>
              <a:rPr lang="en-IN" dirty="0" smtClean="0"/>
              <a:t>Remove Duplicates</a:t>
            </a:r>
          </a:p>
          <a:p>
            <a:pPr marL="0" indent="0">
              <a:buNone/>
            </a:pPr>
            <a:r>
              <a:rPr lang="en-IN" dirty="0" smtClean="0"/>
              <a:t>           ↓</a:t>
            </a:r>
          </a:p>
          <a:p>
            <a:r>
              <a:rPr lang="en-IN" dirty="0" smtClean="0"/>
              <a:t>Handle Outliers</a:t>
            </a:r>
          </a:p>
          <a:p>
            <a:pPr marL="0" indent="0">
              <a:buNone/>
            </a:pPr>
            <a:r>
              <a:rPr lang="en-IN" dirty="0" smtClean="0"/>
              <a:t>           ↓</a:t>
            </a:r>
          </a:p>
          <a:p>
            <a:r>
              <a:rPr lang="en-IN" dirty="0" smtClean="0"/>
              <a:t>Feature Engineering</a:t>
            </a:r>
          </a:p>
          <a:p>
            <a:pPr marL="0" indent="0">
              <a:buNone/>
            </a:pPr>
            <a:r>
              <a:rPr lang="en-IN" dirty="0" smtClean="0"/>
              <a:t>           ↓</a:t>
            </a:r>
          </a:p>
          <a:p>
            <a:r>
              <a:rPr lang="en-IN" dirty="0" smtClean="0"/>
              <a:t>EDA</a:t>
            </a:r>
          </a:p>
          <a:p>
            <a:pPr marL="0" indent="0">
              <a:buNone/>
            </a:pPr>
            <a:r>
              <a:rPr lang="en-IN" dirty="0" smtClean="0"/>
              <a:t>           ↓</a:t>
            </a:r>
          </a:p>
          <a:p>
            <a:r>
              <a:rPr lang="en-IN" dirty="0" smtClean="0"/>
              <a:t>Visualization</a:t>
            </a:r>
          </a:p>
          <a:p>
            <a:pPr marL="0" indent="0">
              <a:buNone/>
            </a:pPr>
            <a:r>
              <a:rPr lang="en-IN" dirty="0" smtClean="0"/>
              <a:t>           ↓</a:t>
            </a:r>
          </a:p>
          <a:p>
            <a:r>
              <a:rPr lang="en-IN" dirty="0" smtClean="0"/>
              <a:t>Save Clean Data</a:t>
            </a:r>
          </a:p>
          <a:p>
            <a:pPr marL="0" indent="0">
              <a:buNone/>
            </a:pPr>
            <a:r>
              <a:rPr lang="en-IN" dirty="0" smtClean="0"/>
              <a:t>           ↓</a:t>
            </a:r>
          </a:p>
          <a:p>
            <a:r>
              <a:rPr lang="en-IN" dirty="0" smtClean="0"/>
              <a:t>Machine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3131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670</Words>
  <Application>Microsoft Office PowerPoint</Application>
  <PresentationFormat>On-screen Show (4:3)</PresentationFormat>
  <Paragraphs>171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Problems Present in Dataset</vt:lpstr>
      <vt:lpstr>Tasks You Should Perform</vt:lpstr>
      <vt:lpstr>Tasks You Should Perform</vt:lpstr>
      <vt:lpstr>Tasks You Should Perform</vt:lpstr>
      <vt:lpstr>Tasks You Should Perform</vt:lpstr>
      <vt:lpstr>Tasks You Should Perform</vt:lpstr>
      <vt:lpstr>Tasks You Should Perform</vt:lpstr>
      <vt:lpstr>Tasks You Should Perform</vt:lpstr>
      <vt:lpstr>Tasks You Should Perform</vt:lpstr>
      <vt:lpstr>Tasks You Should Perform</vt:lpstr>
      <vt:lpstr>Tasks You Should Perform</vt:lpstr>
      <vt:lpstr>Tasks You Should Perform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Problems Present in Dataset</dc:title>
  <dc:creator>Anshu Sharma</dc:creator>
  <cp:lastModifiedBy>Anshu Sharma</cp:lastModifiedBy>
  <cp:revision>3</cp:revision>
  <dcterms:created xsi:type="dcterms:W3CDTF">2026-05-26T15:36:11Z</dcterms:created>
  <dcterms:modified xsi:type="dcterms:W3CDTF">2026-05-26T16:04:13Z</dcterms:modified>
</cp:coreProperties>
</file>