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7" r:id="rId12"/>
    <p:sldId id="266" r:id="rId13"/>
    <p:sldId id="267" r:id="rId14"/>
    <p:sldId id="268" r:id="rId15"/>
    <p:sldId id="279" r:id="rId16"/>
    <p:sldId id="270" r:id="rId17"/>
    <p:sldId id="271" r:id="rId18"/>
    <p:sldId id="272" r:id="rId19"/>
    <p:sldId id="273" r:id="rId20"/>
    <p:sldId id="277" r:id="rId21"/>
    <p:sldId id="278" r:id="rId22"/>
    <p:sldId id="284" r:id="rId23"/>
    <p:sldId id="274" r:id="rId24"/>
    <p:sldId id="283" r:id="rId25"/>
    <p:sldId id="275" r:id="rId26"/>
    <p:sldId id="281" r:id="rId27"/>
    <p:sldId id="282" r:id="rId28"/>
    <p:sldId id="286" r:id="rId29"/>
    <p:sldId id="285" r:id="rId30"/>
    <p:sldId id="276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2" d="100"/>
          <a:sy n="72" d="100"/>
        </p:scale>
        <p:origin x="-124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for AI &amp; Data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Topics Covered:</a:t>
            </a:r>
          </a:p>
          <a:p>
            <a:r>
              <a:t>- Python Basics</a:t>
            </a:r>
          </a:p>
          <a:p>
            <a:r>
              <a:t>- NumPy</a:t>
            </a:r>
          </a:p>
          <a:p>
            <a:r>
              <a:t>- Pandas</a:t>
            </a:r>
          </a:p>
          <a:p>
            <a:r>
              <a:t>- Data Analysis</a:t>
            </a:r>
          </a:p>
          <a:p>
            <a:r>
              <a:t>-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Python?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Python is a high-level programming language used for AI, ML, Data Science, Automation, and Web Development.</a:t>
            </a:r>
          </a:p>
          <a:p>
            <a:endParaRPr/>
          </a:p>
          <a:p>
            <a:r>
              <a:t>Applications:</a:t>
            </a:r>
          </a:p>
          <a:p>
            <a:r>
              <a:t>- ChatGPT</a:t>
            </a:r>
          </a:p>
          <a:p>
            <a:r>
              <a:t>- Netflix</a:t>
            </a:r>
          </a:p>
          <a:p>
            <a:r>
              <a:t>- Face Recognition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of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Easy Syntax</a:t>
            </a:r>
          </a:p>
          <a:p>
            <a:r>
              <a:t>• Open Source</a:t>
            </a:r>
          </a:p>
          <a:p>
            <a:r>
              <a:t>• Portable</a:t>
            </a:r>
          </a:p>
          <a:p>
            <a:r>
              <a:t>• Huge AI Libraries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Variables store data values.</a:t>
            </a:r>
          </a:p>
          <a:p>
            <a:r>
              <a:t>Examples:</a:t>
            </a:r>
          </a:p>
          <a:p>
            <a:r>
              <a:t>name='Dheeraj'</a:t>
            </a:r>
          </a:p>
          <a:p>
            <a:r>
              <a:t>age=26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→ 10</a:t>
            </a:r>
          </a:p>
          <a:p>
            <a:r>
              <a:t>float → 10.5</a:t>
            </a:r>
          </a:p>
          <a:p>
            <a:r>
              <a:t>str → 'Python'</a:t>
            </a:r>
          </a:p>
          <a:p>
            <a:r>
              <a:t>bool → True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+ Addition</a:t>
            </a:r>
          </a:p>
          <a:p>
            <a:r>
              <a:t>- Subtraction</a:t>
            </a:r>
          </a:p>
          <a:p>
            <a:r>
              <a:t>* Multiplication</a:t>
            </a:r>
          </a:p>
          <a:p>
            <a:r>
              <a:t>/ Division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Conditional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Used for decision making.</a:t>
            </a:r>
          </a:p>
          <a:p>
            <a:r>
              <a:rPr dirty="0"/>
              <a:t>Types:</a:t>
            </a:r>
          </a:p>
          <a:p>
            <a:r>
              <a:rPr dirty="0"/>
              <a:t>- if</a:t>
            </a:r>
          </a:p>
          <a:p>
            <a:r>
              <a:rPr dirty="0"/>
              <a:t>- if else</a:t>
            </a:r>
          </a:p>
          <a:p>
            <a:r>
              <a:rPr dirty="0"/>
              <a:t>- if </a:t>
            </a:r>
            <a:r>
              <a:rPr dirty="0" err="1"/>
              <a:t>elif</a:t>
            </a:r>
            <a:r>
              <a:rPr dirty="0"/>
              <a:t> </a:t>
            </a:r>
            <a:r>
              <a:rPr dirty="0" smtClean="0"/>
              <a:t>else</a:t>
            </a:r>
            <a:endParaRPr lang="en-US" dirty="0" smtClean="0"/>
          </a:p>
          <a:p>
            <a:r>
              <a:rPr lang="en-US" dirty="0"/>
              <a:t>ATM Machine:</a:t>
            </a:r>
          </a:p>
          <a:p>
            <a:r>
              <a:rPr lang="en-US" dirty="0"/>
              <a:t>If balance available → withdraw </a:t>
            </a:r>
          </a:p>
          <a:p>
            <a:r>
              <a:rPr lang="en-US" dirty="0"/>
              <a:t>Else → insufficient balance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Loops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Loops repeat tasks automatically.</a:t>
            </a:r>
          </a:p>
          <a:p>
            <a:r>
              <a:rPr dirty="0"/>
              <a:t>Types:</a:t>
            </a:r>
          </a:p>
          <a:p>
            <a:r>
              <a:rPr dirty="0"/>
              <a:t>- for </a:t>
            </a:r>
            <a:r>
              <a:rPr dirty="0" smtClean="0"/>
              <a:t>loop</a:t>
            </a:r>
            <a:r>
              <a:rPr lang="en-US" dirty="0" smtClean="0"/>
              <a:t> -</a:t>
            </a:r>
            <a:r>
              <a:rPr lang="en-IN" dirty="0" smtClean="0"/>
              <a:t>Fixed </a:t>
            </a:r>
            <a:r>
              <a:rPr lang="en-IN" dirty="0"/>
              <a:t>repetition</a:t>
            </a:r>
            <a:endParaRPr lang="en-US" dirty="0"/>
          </a:p>
          <a:p>
            <a:r>
              <a:rPr dirty="0" smtClean="0"/>
              <a:t>- </a:t>
            </a:r>
            <a:r>
              <a:rPr dirty="0"/>
              <a:t>while </a:t>
            </a:r>
            <a:r>
              <a:rPr dirty="0" smtClean="0"/>
              <a:t>loop</a:t>
            </a:r>
            <a:r>
              <a:rPr lang="en-US" dirty="0" smtClean="0"/>
              <a:t>  -</a:t>
            </a:r>
            <a:r>
              <a:rPr lang="en-IN" dirty="0" smtClean="0"/>
              <a:t>Condition based</a:t>
            </a:r>
          </a:p>
          <a:p>
            <a:endParaRPr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768846"/>
              </p:ext>
            </p:extLst>
          </p:nvPr>
        </p:nvGraphicFramePr>
        <p:xfrm>
          <a:off x="457200" y="3680301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5269746"/>
              </p:ext>
            </p:extLst>
          </p:nvPr>
        </p:nvGraphicFramePr>
        <p:xfrm>
          <a:off x="2763078" y="2911675"/>
          <a:ext cx="8229600" cy="365760"/>
        </p:xfrm>
        <a:graphic>
          <a:graphicData uri="http://schemas.openxmlformats.org/drawingml/2006/table">
            <a:tbl>
              <a:tblPr/>
              <a:tblGrid>
                <a:gridCol w="8229600"/>
              </a:tblGrid>
              <a:tr h="0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Reusable blocks of code.</a:t>
            </a:r>
          </a:p>
          <a:p>
            <a:r>
              <a:rPr dirty="0"/>
              <a:t>Advantages:</a:t>
            </a:r>
          </a:p>
          <a:p>
            <a:r>
              <a:rPr dirty="0"/>
              <a:t>- Code reuse</a:t>
            </a:r>
          </a:p>
          <a:p>
            <a:r>
              <a:rPr dirty="0"/>
              <a:t>- Easy </a:t>
            </a:r>
            <a:r>
              <a:rPr dirty="0" smtClean="0"/>
              <a:t>debugging</a:t>
            </a:r>
            <a:endParaRPr lang="en-US" dirty="0" smtClean="0"/>
          </a:p>
          <a:p>
            <a:r>
              <a:rPr lang="en-IN" dirty="0"/>
              <a:t>Better </a:t>
            </a:r>
            <a:r>
              <a:rPr lang="en-IN" dirty="0" smtClean="0"/>
              <a:t>readability</a:t>
            </a:r>
          </a:p>
          <a:p>
            <a:r>
              <a:rPr lang="en-IN" dirty="0" err="1"/>
              <a:t>def</a:t>
            </a:r>
            <a:r>
              <a:rPr lang="en-IN" dirty="0"/>
              <a:t> add(</a:t>
            </a:r>
            <a:r>
              <a:rPr lang="en-IN" dirty="0" err="1"/>
              <a:t>a,b</a:t>
            </a:r>
            <a:r>
              <a:rPr lang="en-IN" dirty="0"/>
              <a:t>):</a:t>
            </a:r>
          </a:p>
          <a:p>
            <a:r>
              <a:rPr lang="en-IN" dirty="0"/>
              <a:t>    print(</a:t>
            </a:r>
            <a:r>
              <a:rPr lang="en-IN" dirty="0" err="1"/>
              <a:t>a+b</a:t>
            </a:r>
            <a:r>
              <a:rPr lang="en-IN" dirty="0"/>
              <a:t>)</a:t>
            </a:r>
          </a:p>
          <a:p>
            <a:endParaRPr lang="en-IN" dirty="0"/>
          </a:p>
          <a:p>
            <a:r>
              <a:rPr lang="en-IN" dirty="0"/>
              <a:t>add(10,20)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Lambda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One-line anonymous functions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/>
              <a:t>lambda arguments : expression</a:t>
            </a:r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lambda x : </a:t>
            </a:r>
            <a:r>
              <a:rPr dirty="0" smtClean="0"/>
              <a:t>x*x</a:t>
            </a:r>
            <a:endParaRPr lang="en-US" dirty="0" smtClean="0"/>
          </a:p>
          <a:p>
            <a:r>
              <a:rPr lang="en-IN" dirty="0"/>
              <a:t>square = lambda x:x*x</a:t>
            </a:r>
          </a:p>
          <a:p>
            <a:endParaRPr lang="en-IN" dirty="0"/>
          </a:p>
          <a:p>
            <a:r>
              <a:rPr lang="en-IN" dirty="0"/>
              <a:t>print(square(5))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Hands-on Dataset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Students analyze real datasets using:</a:t>
            </a:r>
          </a:p>
          <a:p>
            <a:r>
              <a:rPr lang="en-US" dirty="0"/>
              <a:t>Pandas </a:t>
            </a:r>
          </a:p>
          <a:p>
            <a:r>
              <a:rPr lang="en-US" dirty="0" err="1"/>
              <a:t>NumPy</a:t>
            </a:r>
            <a:r>
              <a:rPr lang="en-US" dirty="0"/>
              <a:t> </a:t>
            </a:r>
          </a:p>
          <a:p>
            <a:r>
              <a:rPr lang="en-US" dirty="0"/>
              <a:t>Visualization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60384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NumPy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 err="1"/>
              <a:t>NumPy</a:t>
            </a:r>
            <a:r>
              <a:rPr dirty="0"/>
              <a:t> is used for numerical operations and arrays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dirty="0"/>
              <a:t>It is used for:</a:t>
            </a:r>
          </a:p>
          <a:p>
            <a:r>
              <a:rPr lang="en-US" dirty="0"/>
              <a:t>Arrays </a:t>
            </a:r>
          </a:p>
          <a:p>
            <a:r>
              <a:rPr lang="en-US" dirty="0"/>
              <a:t>Mathematical operations </a:t>
            </a:r>
          </a:p>
          <a:p>
            <a:r>
              <a:rPr lang="en-US" dirty="0"/>
              <a:t>AI </a:t>
            </a:r>
            <a:r>
              <a:rPr lang="en-US" dirty="0" smtClean="0"/>
              <a:t>calculations</a:t>
            </a:r>
            <a:endParaRPr dirty="0"/>
          </a:p>
          <a:p>
            <a:r>
              <a:rPr lang="en-US" b="1" dirty="0"/>
              <a:t>Why </a:t>
            </a:r>
            <a:r>
              <a:rPr lang="en-US" b="1" dirty="0" err="1"/>
              <a:t>NumPy</a:t>
            </a:r>
            <a:r>
              <a:rPr lang="en-US" b="1" dirty="0"/>
              <a:t>?</a:t>
            </a:r>
          </a:p>
          <a:p>
            <a:r>
              <a:rPr lang="en-US" dirty="0"/>
              <a:t>Faster than lists </a:t>
            </a:r>
          </a:p>
          <a:p>
            <a:r>
              <a:rPr lang="en-US" dirty="0"/>
              <a:t>Less memory </a:t>
            </a:r>
          </a:p>
          <a:p>
            <a:r>
              <a:rPr lang="en-US" dirty="0"/>
              <a:t>Better performance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Arrays and Indexing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Arrays store multiple </a:t>
            </a:r>
            <a:r>
              <a:rPr dirty="0" smtClean="0"/>
              <a:t>values</a:t>
            </a:r>
            <a:r>
              <a:rPr lang="en-US" dirty="0" smtClean="0"/>
              <a:t> together</a:t>
            </a:r>
            <a:r>
              <a:rPr dirty="0" smtClean="0"/>
              <a:t>.</a:t>
            </a:r>
            <a:endParaRPr dirty="0"/>
          </a:p>
          <a:p>
            <a:r>
              <a:rPr dirty="0"/>
              <a:t>Indexing accesses values using positions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 err="1"/>
              <a:t>arr</a:t>
            </a:r>
            <a:r>
              <a:rPr lang="en-IN" dirty="0"/>
              <a:t> = </a:t>
            </a:r>
            <a:r>
              <a:rPr lang="en-IN" dirty="0" err="1"/>
              <a:t>np.array</a:t>
            </a:r>
            <a:r>
              <a:rPr lang="en-IN" dirty="0"/>
              <a:t>([10,20,30])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arr</a:t>
            </a:r>
            <a:r>
              <a:rPr lang="en-IN" dirty="0"/>
              <a:t>[0])</a:t>
            </a:r>
          </a:p>
          <a:p>
            <a:r>
              <a:rPr lang="en-IN" dirty="0"/>
              <a:t>print(</a:t>
            </a:r>
            <a:r>
              <a:rPr lang="en-IN" dirty="0" err="1"/>
              <a:t>arr</a:t>
            </a:r>
            <a:r>
              <a:rPr lang="en-IN" dirty="0"/>
              <a:t>[1])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Vectorized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en-US" dirty="0"/>
              <a:t> performs operations on all elements together.</a:t>
            </a:r>
          </a:p>
          <a:p>
            <a:r>
              <a:rPr lang="en-US" dirty="0"/>
              <a:t>This is called </a:t>
            </a:r>
            <a:r>
              <a:rPr lang="en-US" dirty="0" err="1"/>
              <a:t>vectorization</a:t>
            </a:r>
            <a:r>
              <a:rPr lang="en-US" dirty="0"/>
              <a:t>.</a:t>
            </a:r>
          </a:p>
          <a:p>
            <a:r>
              <a:rPr dirty="0" smtClean="0"/>
              <a:t>Example</a:t>
            </a:r>
            <a:r>
              <a:rPr dirty="0"/>
              <a:t>:</a:t>
            </a:r>
          </a:p>
          <a:p>
            <a:r>
              <a:rPr lang="en-US" dirty="0" err="1"/>
              <a:t>arr</a:t>
            </a:r>
            <a:r>
              <a:rPr lang="en-US" dirty="0"/>
              <a:t> = </a:t>
            </a:r>
            <a:r>
              <a:rPr lang="en-US" dirty="0" err="1"/>
              <a:t>np.array</a:t>
            </a:r>
            <a:r>
              <a:rPr lang="en-US" dirty="0"/>
              <a:t>([1,2,3])</a:t>
            </a:r>
          </a:p>
          <a:p>
            <a:endParaRPr lang="en-US" dirty="0"/>
          </a:p>
          <a:p>
            <a:r>
              <a:rPr lang="en-US" dirty="0"/>
              <a:t>print(</a:t>
            </a:r>
            <a:r>
              <a:rPr lang="en-US" dirty="0" err="1"/>
              <a:t>arr</a:t>
            </a:r>
            <a:r>
              <a:rPr lang="en-US" dirty="0"/>
              <a:t> + 10)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Pandas handles datasets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/>
              <a:t>import pandas as </a:t>
            </a:r>
            <a:r>
              <a:rPr lang="en-IN" dirty="0" err="1"/>
              <a:t>pd</a:t>
            </a:r>
            <a:endParaRPr dirty="0"/>
          </a:p>
          <a:p>
            <a:r>
              <a:rPr dirty="0"/>
              <a:t>Used for:</a:t>
            </a:r>
          </a:p>
          <a:p>
            <a:r>
              <a:rPr dirty="0"/>
              <a:t>- Cleaning</a:t>
            </a:r>
          </a:p>
          <a:p>
            <a:r>
              <a:rPr dirty="0"/>
              <a:t>- Analysis</a:t>
            </a:r>
          </a:p>
          <a:p>
            <a:r>
              <a:rPr dirty="0"/>
              <a:t>- </a:t>
            </a:r>
            <a:r>
              <a:rPr lang="en-IN" dirty="0"/>
              <a:t>Data </a:t>
            </a:r>
            <a:r>
              <a:rPr lang="en-IN" dirty="0" smtClean="0"/>
              <a:t>handling</a:t>
            </a:r>
          </a:p>
          <a:p>
            <a:r>
              <a:rPr lang="en-US" b="1" dirty="0"/>
              <a:t>Real-Life Uses</a:t>
            </a:r>
          </a:p>
          <a:p>
            <a:r>
              <a:rPr lang="en-US" dirty="0"/>
              <a:t>Bank analysis </a:t>
            </a:r>
          </a:p>
          <a:p>
            <a:r>
              <a:rPr lang="en-US" dirty="0"/>
              <a:t>Hospital records </a:t>
            </a:r>
          </a:p>
          <a:p>
            <a:r>
              <a:rPr lang="en-US" dirty="0"/>
              <a:t>Student management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07958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One-dimensional </a:t>
            </a:r>
            <a:r>
              <a:rPr dirty="0" smtClean="0"/>
              <a:t>labeled </a:t>
            </a:r>
            <a:r>
              <a:rPr dirty="0"/>
              <a:t>data structure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/>
              <a:t>data = </a:t>
            </a:r>
            <a:r>
              <a:rPr lang="en-IN" dirty="0" err="1"/>
              <a:t>pd.Series</a:t>
            </a:r>
            <a:r>
              <a:rPr lang="en-IN" dirty="0"/>
              <a:t>([10,20,30])</a:t>
            </a:r>
          </a:p>
          <a:p>
            <a:endParaRPr lang="en-IN" dirty="0"/>
          </a:p>
          <a:p>
            <a:r>
              <a:rPr lang="en-IN" dirty="0"/>
              <a:t>print(data)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DataFrames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Table-like structure with rows and columns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/>
              <a:t>data = {</a:t>
            </a:r>
          </a:p>
          <a:p>
            <a:r>
              <a:rPr lang="en-IN" dirty="0"/>
              <a:t>    "Name":["Ram","</a:t>
            </a:r>
            <a:r>
              <a:rPr lang="en-IN" dirty="0" err="1"/>
              <a:t>Shyam</a:t>
            </a:r>
            <a:r>
              <a:rPr lang="en-IN" dirty="0"/>
              <a:t>"],</a:t>
            </a:r>
          </a:p>
          <a:p>
            <a:r>
              <a:rPr lang="en-IN" dirty="0"/>
              <a:t>    "Marks":[90,80]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)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Filtering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Filtering selects required data from </a:t>
            </a:r>
            <a:r>
              <a:rPr lang="en-US" dirty="0" smtClean="0"/>
              <a:t>dataset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IN" dirty="0"/>
              <a:t>print(</a:t>
            </a:r>
            <a:r>
              <a:rPr lang="en-IN" dirty="0" err="1"/>
              <a:t>df</a:t>
            </a:r>
            <a:r>
              <a:rPr lang="en-IN" dirty="0"/>
              <a:t>[</a:t>
            </a:r>
            <a:r>
              <a:rPr lang="en-IN" dirty="0" err="1"/>
              <a:t>df</a:t>
            </a:r>
            <a:r>
              <a:rPr lang="en-IN" dirty="0"/>
              <a:t>["Marks"] &gt; 85])</a:t>
            </a:r>
            <a:endParaRPr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Datasets may contain empty values called missing values</a:t>
            </a:r>
            <a:r>
              <a:rPr dirty="0" smtClean="0"/>
              <a:t>.</a:t>
            </a:r>
            <a:endParaRPr lang="en-US" dirty="0" smtClean="0"/>
          </a:p>
          <a:p>
            <a:r>
              <a:rPr lang="en-US" b="1" dirty="0"/>
              <a:t>Why Handle Missing Values?</a:t>
            </a:r>
          </a:p>
          <a:p>
            <a:r>
              <a:rPr lang="en-US" dirty="0"/>
              <a:t>Improves accuracy </a:t>
            </a:r>
          </a:p>
          <a:p>
            <a:r>
              <a:rPr lang="en-US" dirty="0"/>
              <a:t>Better AI model performance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Missing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 = {</a:t>
            </a:r>
          </a:p>
          <a:p>
            <a:r>
              <a:rPr lang="en-IN" dirty="0"/>
              <a:t>    "Marks":[90,None,80]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 err="1"/>
              <a:t>df</a:t>
            </a:r>
            <a:r>
              <a:rPr lang="en-IN" dirty="0"/>
              <a:t> = </a:t>
            </a:r>
            <a:r>
              <a:rPr lang="en-IN" dirty="0" err="1"/>
              <a:t>pd.DataFrame</a:t>
            </a:r>
            <a:r>
              <a:rPr lang="en-IN" dirty="0"/>
              <a:t>(data)</a:t>
            </a:r>
          </a:p>
          <a:p>
            <a:endParaRPr lang="en-IN" dirty="0"/>
          </a:p>
          <a:p>
            <a:r>
              <a:rPr lang="en-IN" dirty="0"/>
              <a:t>print(</a:t>
            </a:r>
            <a:r>
              <a:rPr lang="en-IN" dirty="0" err="1"/>
              <a:t>df.fillna</a:t>
            </a:r>
            <a:r>
              <a:rPr lang="en-IN" dirty="0"/>
              <a:t>(0))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4331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Removing Duplicates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records create wrong analysis</a:t>
            </a:r>
            <a:r>
              <a:rPr lang="en-US" dirty="0" smtClean="0"/>
              <a:t>.</a:t>
            </a:r>
          </a:p>
          <a:p>
            <a:r>
              <a:rPr lang="en-IN" dirty="0" err="1"/>
              <a:t>df.drop_duplicates</a:t>
            </a:r>
            <a:r>
              <a:rPr lang="en-IN" dirty="0"/>
              <a:t>()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63220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Removing Duplicates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Duplicate records create wrong analysis</a:t>
            </a:r>
            <a:r>
              <a:rPr lang="en-US" dirty="0" smtClean="0"/>
              <a:t>.</a:t>
            </a:r>
          </a:p>
          <a:p>
            <a:r>
              <a:rPr lang="en-IN" dirty="0" err="1"/>
              <a:t>df.drop_duplicates</a:t>
            </a:r>
            <a:r>
              <a:rPr lang="en-IN" dirty="0"/>
              <a:t>()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849800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EDA helps understand patterns and relationships in data</a:t>
            </a:r>
            <a:r>
              <a:rPr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en-IN" dirty="0" smtClean="0"/>
              <a:t>“EDA </a:t>
            </a:r>
            <a:r>
              <a:rPr lang="en-IN" dirty="0"/>
              <a:t>means understanding data before training ML model</a:t>
            </a:r>
            <a:r>
              <a:rPr lang="en-IN" dirty="0" smtClean="0"/>
              <a:t>.”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Find patterns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Check </a:t>
            </a:r>
            <a:r>
              <a:rPr lang="en-US" dirty="0"/>
              <a:t>missing values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Detect </a:t>
            </a:r>
            <a:r>
              <a:rPr lang="en-US" dirty="0"/>
              <a:t>outliers 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Analyze </a:t>
            </a:r>
            <a:r>
              <a:rPr lang="en-US" dirty="0"/>
              <a:t>relationships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Visualization converts data into graphs/charts</a:t>
            </a:r>
            <a:r>
              <a:rPr lang="en-US" dirty="0" smtClean="0"/>
              <a:t>.</a:t>
            </a:r>
          </a:p>
          <a:p>
            <a:r>
              <a:rPr lang="en-IN" b="1" dirty="0"/>
              <a:t>Advantages</a:t>
            </a:r>
          </a:p>
          <a:p>
            <a:r>
              <a:rPr lang="en-IN" dirty="0"/>
              <a:t>Easy understanding </a:t>
            </a:r>
          </a:p>
          <a:p>
            <a:r>
              <a:rPr lang="en-IN" dirty="0"/>
              <a:t>Better analysis </a:t>
            </a:r>
          </a:p>
          <a:p>
            <a:r>
              <a:rPr lang="en-IN" dirty="0"/>
              <a:t>Pattern detection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639201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Graphs and charts help understand data easily.</a:t>
            </a:r>
          </a:p>
          <a:p>
            <a:r>
              <a:rPr dirty="0"/>
              <a:t>Libraries:</a:t>
            </a:r>
          </a:p>
          <a:p>
            <a:r>
              <a:rPr dirty="0"/>
              <a:t>- </a:t>
            </a:r>
            <a:r>
              <a:rPr dirty="0" err="1" smtClean="0"/>
              <a:t>Matplotlib</a:t>
            </a:r>
            <a:r>
              <a:rPr lang="en-US" dirty="0" err="1"/>
              <a:t>-Matplotlib</a:t>
            </a:r>
            <a:r>
              <a:rPr lang="en-US" dirty="0"/>
              <a:t> is used for plotting graphs</a:t>
            </a:r>
            <a:r>
              <a:rPr lang="en-US" dirty="0" smtClean="0"/>
              <a:t>.</a:t>
            </a:r>
          </a:p>
          <a:p>
            <a:r>
              <a:rPr lang="en-IN" dirty="0"/>
              <a:t>import </a:t>
            </a:r>
            <a:r>
              <a:rPr lang="en-IN" dirty="0" err="1"/>
              <a:t>matplotlib.pyplot</a:t>
            </a:r>
            <a:r>
              <a:rPr lang="en-IN" dirty="0"/>
              <a:t> as </a:t>
            </a:r>
            <a:r>
              <a:rPr lang="en-IN" dirty="0" err="1" smtClean="0"/>
              <a:t>plt</a:t>
            </a:r>
            <a:endParaRPr lang="en-IN" dirty="0"/>
          </a:p>
          <a:p>
            <a:r>
              <a:rPr lang="en-IN" dirty="0"/>
              <a:t>x = [1,2,3]</a:t>
            </a:r>
          </a:p>
          <a:p>
            <a:r>
              <a:rPr lang="en-IN" dirty="0"/>
              <a:t>y = [10,20,30</a:t>
            </a:r>
            <a:r>
              <a:rPr lang="en-IN" dirty="0" smtClean="0"/>
              <a:t>]</a:t>
            </a:r>
            <a:endParaRPr lang="en-IN" dirty="0"/>
          </a:p>
          <a:p>
            <a:r>
              <a:rPr lang="en-IN" dirty="0" err="1"/>
              <a:t>plt.plot</a:t>
            </a:r>
            <a:r>
              <a:rPr lang="en-IN" dirty="0"/>
              <a:t>(</a:t>
            </a:r>
            <a:r>
              <a:rPr lang="en-IN" dirty="0" err="1"/>
              <a:t>x,y</a:t>
            </a:r>
            <a:r>
              <a:rPr lang="en-IN" dirty="0"/>
              <a:t>)</a:t>
            </a:r>
          </a:p>
          <a:p>
            <a:r>
              <a:rPr lang="en-IN" dirty="0" err="1"/>
              <a:t>plt.show</a:t>
            </a:r>
            <a:r>
              <a:rPr lang="en-IN" dirty="0" smtClean="0"/>
              <a:t>()</a:t>
            </a:r>
          </a:p>
          <a:p>
            <a:endParaRPr dirty="0"/>
          </a:p>
          <a:p>
            <a:r>
              <a:rPr dirty="0"/>
              <a:t>- </a:t>
            </a:r>
            <a:r>
              <a:rPr dirty="0" err="1" smtClean="0"/>
              <a:t>Seaborn</a:t>
            </a:r>
            <a:r>
              <a:rPr lang="en-US" dirty="0" err="1"/>
              <a:t>-Seaborn</a:t>
            </a:r>
            <a:r>
              <a:rPr lang="en-US" dirty="0"/>
              <a:t> creates beautiful statistical graphs</a:t>
            </a:r>
            <a:r>
              <a:rPr lang="en-US" dirty="0" smtClean="0"/>
              <a:t>.</a:t>
            </a:r>
          </a:p>
          <a:p>
            <a:r>
              <a:rPr lang="en-US" dirty="0"/>
              <a:t>import </a:t>
            </a:r>
            <a:r>
              <a:rPr lang="en-US" dirty="0" err="1"/>
              <a:t>seaborn</a:t>
            </a:r>
            <a:r>
              <a:rPr lang="en-US" dirty="0"/>
              <a:t> as </a:t>
            </a:r>
            <a:r>
              <a:rPr lang="en-US" dirty="0" err="1" smtClean="0"/>
              <a:t>sns</a:t>
            </a:r>
            <a:endParaRPr lang="en-US" dirty="0"/>
          </a:p>
          <a:p>
            <a:r>
              <a:rPr lang="en-US" dirty="0" err="1"/>
              <a:t>sns.barplot</a:t>
            </a:r>
            <a:r>
              <a:rPr lang="en-US" dirty="0"/>
              <a:t>(x=["A","B"], y=[10,20</a:t>
            </a:r>
            <a:r>
              <a:rPr lang="en-US" dirty="0" smtClean="0"/>
              <a:t>])</a:t>
            </a:r>
          </a:p>
          <a:p>
            <a:r>
              <a:rPr lang="en-IN" dirty="0"/>
              <a:t>Bar graph displayed.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Statistics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Statistics summarize dataset information</a:t>
            </a:r>
            <a:r>
              <a:rPr lang="en-IN" dirty="0" smtClean="0"/>
              <a:t>.</a:t>
            </a:r>
          </a:p>
          <a:p>
            <a:r>
              <a:rPr lang="en-US" b="1" dirty="0"/>
              <a:t>Common Statistics</a:t>
            </a:r>
          </a:p>
          <a:p>
            <a:r>
              <a:rPr lang="en-US" dirty="0"/>
              <a:t>Mean </a:t>
            </a:r>
          </a:p>
          <a:p>
            <a:r>
              <a:rPr lang="en-US" dirty="0"/>
              <a:t>Median </a:t>
            </a:r>
          </a:p>
          <a:p>
            <a:r>
              <a:rPr lang="en-US" dirty="0"/>
              <a:t>Standard Deviation </a:t>
            </a:r>
          </a:p>
          <a:p>
            <a:r>
              <a:rPr lang="en-US" dirty="0"/>
              <a:t>Minimum </a:t>
            </a:r>
          </a:p>
          <a:p>
            <a:r>
              <a:rPr lang="en-US" dirty="0" smtClean="0"/>
              <a:t>Maximum</a:t>
            </a:r>
          </a:p>
          <a:p>
            <a:r>
              <a:rPr lang="en-IN" dirty="0"/>
              <a:t>Example</a:t>
            </a:r>
            <a:endParaRPr lang="en-US" dirty="0"/>
          </a:p>
          <a:p>
            <a:r>
              <a:rPr lang="en-IN" dirty="0"/>
              <a:t>print(</a:t>
            </a:r>
            <a:r>
              <a:rPr lang="en-IN" dirty="0" err="1"/>
              <a:t>df.describe</a:t>
            </a:r>
            <a:r>
              <a:rPr lang="en-IN" dirty="0"/>
              <a:t>())</a:t>
            </a:r>
            <a:endParaRPr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821837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Correlation Analysis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Correlation measures relationship between variables</a:t>
            </a:r>
            <a:r>
              <a:rPr lang="en-US" dirty="0" smtClean="0"/>
              <a:t>.</a:t>
            </a:r>
          </a:p>
          <a:p>
            <a:r>
              <a:rPr lang="fr-FR" b="1" dirty="0"/>
              <a:t>Types</a:t>
            </a:r>
          </a:p>
          <a:p>
            <a:r>
              <a:rPr lang="fr-FR" dirty="0"/>
              <a:t>Positive </a:t>
            </a:r>
            <a:r>
              <a:rPr lang="fr-FR" dirty="0" err="1"/>
              <a:t>Correlation</a:t>
            </a:r>
            <a:r>
              <a:rPr lang="fr-FR" dirty="0"/>
              <a:t> </a:t>
            </a:r>
          </a:p>
          <a:p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Correlation</a:t>
            </a:r>
            <a:endParaRPr lang="fr-FR" dirty="0"/>
          </a:p>
          <a:p>
            <a:r>
              <a:rPr lang="en-US" b="1" dirty="0"/>
              <a:t>Real-Life Example</a:t>
            </a:r>
          </a:p>
          <a:p>
            <a:r>
              <a:rPr lang="en-US" dirty="0"/>
              <a:t>Study Hours ↑ → Marks ↑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58386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Mini Project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Student Marks Analysis</a:t>
            </a:r>
          </a:p>
          <a:p>
            <a:r>
              <a:rPr lang="en-US" dirty="0"/>
              <a:t>Tasks:</a:t>
            </a:r>
          </a:p>
          <a:p>
            <a:r>
              <a:rPr lang="en-US" dirty="0"/>
              <a:t>Find average marks </a:t>
            </a:r>
          </a:p>
          <a:p>
            <a:r>
              <a:rPr lang="en-US" dirty="0"/>
              <a:t>Find topper </a:t>
            </a:r>
          </a:p>
          <a:p>
            <a:r>
              <a:rPr lang="en-US" dirty="0"/>
              <a:t>Create chart </a:t>
            </a:r>
          </a:p>
          <a:p>
            <a:r>
              <a:rPr lang="en-US" dirty="0"/>
              <a:t>Filter students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4961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 World AI Data Pipeline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AI Workflow:</a:t>
            </a:r>
          </a:p>
          <a:p>
            <a:r>
              <a:rPr lang="en-IN" dirty="0"/>
              <a:t>Collect Data </a:t>
            </a:r>
          </a:p>
          <a:p>
            <a:r>
              <a:rPr lang="en-IN" dirty="0"/>
              <a:t>Clean Data </a:t>
            </a:r>
          </a:p>
          <a:p>
            <a:r>
              <a:rPr lang="en-IN" dirty="0" err="1"/>
              <a:t>Analyze</a:t>
            </a:r>
            <a:r>
              <a:rPr lang="en-IN" dirty="0"/>
              <a:t> Data </a:t>
            </a:r>
          </a:p>
          <a:p>
            <a:r>
              <a:rPr lang="en-IN" dirty="0"/>
              <a:t>Train ML Model </a:t>
            </a:r>
          </a:p>
          <a:p>
            <a:r>
              <a:rPr lang="en-IN" dirty="0"/>
              <a:t>Predict Results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0435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Good AI models require good quality data.</a:t>
            </a:r>
          </a:p>
          <a:p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649</Words>
  <Application>Microsoft Office PowerPoint</Application>
  <PresentationFormat>On-screen Show (4:3)</PresentationFormat>
  <Paragraphs>204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Python for AI &amp; Data Handling</vt:lpstr>
      <vt:lpstr>What is Python?</vt:lpstr>
      <vt:lpstr>Features of Python</vt:lpstr>
      <vt:lpstr>Variables</vt:lpstr>
      <vt:lpstr>Data Types</vt:lpstr>
      <vt:lpstr>Operators</vt:lpstr>
      <vt:lpstr>Conditional Statements</vt:lpstr>
      <vt:lpstr>Loops</vt:lpstr>
      <vt:lpstr>Functions</vt:lpstr>
      <vt:lpstr>Lambda Functions</vt:lpstr>
      <vt:lpstr>Hands-on Dataset Analysis</vt:lpstr>
      <vt:lpstr>Introduction to NumPy</vt:lpstr>
      <vt:lpstr>Arrays and Indexing</vt:lpstr>
      <vt:lpstr>Vectorized Operations</vt:lpstr>
      <vt:lpstr>Introduction to Pandas</vt:lpstr>
      <vt:lpstr>Series</vt:lpstr>
      <vt:lpstr>DataFrames</vt:lpstr>
      <vt:lpstr>Data Filtering</vt:lpstr>
      <vt:lpstr>Handling Missing Values</vt:lpstr>
      <vt:lpstr>Handling Missing Values</vt:lpstr>
      <vt:lpstr>Removing Duplicates</vt:lpstr>
      <vt:lpstr>Removing Duplicates</vt:lpstr>
      <vt:lpstr>Exploratory Data Analysis</vt:lpstr>
      <vt:lpstr>Data Visualization</vt:lpstr>
      <vt:lpstr>Data Visualization</vt:lpstr>
      <vt:lpstr>Summary Statistics</vt:lpstr>
      <vt:lpstr>Correlation Analysis</vt:lpstr>
      <vt:lpstr>Mini Project</vt:lpstr>
      <vt:lpstr>Real World AI Data Pipeline</vt:lpstr>
      <vt:lpstr>Conclusion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for AI &amp; Data Handling</dc:title>
  <dc:creator>Anshu Sharma</dc:creator>
  <dc:description>generated using python-pptx</dc:description>
  <cp:lastModifiedBy>Anshu Sharma</cp:lastModifiedBy>
  <cp:revision>5</cp:revision>
  <dcterms:created xsi:type="dcterms:W3CDTF">2013-01-27T09:14:16Z</dcterms:created>
  <dcterms:modified xsi:type="dcterms:W3CDTF">2026-05-25T16:24:47Z</dcterms:modified>
</cp:coreProperties>
</file>